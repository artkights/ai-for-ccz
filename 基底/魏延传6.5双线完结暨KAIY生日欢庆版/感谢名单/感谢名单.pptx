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75" d="100"/>
          <a:sy n="75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7AFFB9B-9FB8-469E-96F9-4D32314110B6}" type="datetimeFigureOut">
              <a:rPr lang="en-US" dirty="0"/>
              <a:t>12/17/2024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DC27-E420-4878-9EE6-7B9656D6442A}" type="datetimeFigureOut">
              <a:rPr lang="en-US" dirty="0"/>
              <a:t>12/17/2024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47CF-67C9-420C-80A5-E2069FF0C2DF}" type="datetimeFigureOut">
              <a:rPr lang="en-US" dirty="0"/>
              <a:t>12/17/2024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DC73-F065-42F5-A9F2-D90B2E42A0B3}" type="datetimeFigureOut">
              <a:rPr lang="en-US" dirty="0"/>
              <a:t>12/17/2024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A702-9B29-41CC-9BCC-3DF8A0D379FE}" type="datetimeFigureOut">
              <a:rPr lang="en-US" dirty="0"/>
              <a:t>12/17/2024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649AC-CB8F-4FF1-9A34-5861C74DD0A7}" type="datetimeFigureOut">
              <a:rPr lang="en-US" dirty="0"/>
              <a:t>12/17/2024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CECA-2D3A-4680-9B49-752200DE467C}" type="datetimeFigureOut">
              <a:rPr lang="en-US" dirty="0"/>
              <a:t>12/17/2024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BFE2-83B7-4B0A-B9D3-AB28331082B3}" type="datetimeFigureOut">
              <a:rPr lang="en-US" dirty="0"/>
              <a:t>12/17/2024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78E3-FDA3-4D28-AAA2-0B81F349A39D}" type="datetimeFigureOut">
              <a:rPr lang="en-US" dirty="0"/>
              <a:t>12/17/2024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D2AC3-6A0B-4169-B1EA-E3AE8B351BDD}" type="datetimeFigureOut">
              <a:rPr lang="en-US" dirty="0"/>
              <a:t>12/17/2024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B9363-8B87-41B7-9F8E-64519CBB8F34}" type="datetimeFigureOut">
              <a:rPr lang="en-US" dirty="0"/>
              <a:t>12/17/2024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F5746-5284-4951-9F37-7AE924EDBCB7}" type="datetimeFigureOut">
              <a:rPr lang="en-US" dirty="0"/>
              <a:t>12/17/2024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98B29-7265-4A65-A2A4-6703C057B7C1}" type="datetimeFigureOut">
              <a:rPr lang="en-US" dirty="0"/>
              <a:t>12/17/2024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BA082-94DF-4C4B-A041-6624924AB0A8}" type="datetimeFigureOut">
              <a:rPr lang="en-US" dirty="0"/>
              <a:t>12/17/2024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86C4-3AB5-4E0C-86CA-FB108C350AA9}" type="datetimeFigureOut">
              <a:rPr lang="en-US" dirty="0"/>
              <a:t>12/17/2024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F1211-4E0C-4AB3-B04F-585959BDAFE8}" type="datetimeFigureOut">
              <a:rPr lang="en-US" dirty="0"/>
              <a:t>12/17/2024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ECAF-D3BE-4069-9C78-642ECCD01477}" type="datetimeFigureOut">
              <a:rPr lang="en-US" dirty="0"/>
              <a:t>12/17/2024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35BB1C6-BF8F-4481-8AB2-603A1C8A906A}" type="datetimeFigureOut">
              <a:rPr lang="en-US" dirty="0"/>
              <a:t>12/17/2024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0887E0-0349-4FCD-B32F-1ECF195131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1420000">
            <a:off x="-213697" y="409095"/>
            <a:ext cx="9755187" cy="2766528"/>
          </a:xfrm>
        </p:spPr>
        <p:txBody>
          <a:bodyPr>
            <a:normAutofit/>
          </a:bodyPr>
          <a:lstStyle/>
          <a:p>
            <a:r>
              <a:rPr lang="zh-CN" altLang="en-US" sz="9600" dirty="0"/>
              <a:t>幻想魏延传</a:t>
            </a:r>
            <a:r>
              <a:rPr lang="en-US" altLang="zh-CN" sz="9600" dirty="0"/>
              <a:t>6.5</a:t>
            </a:r>
            <a:endParaRPr lang="zh-CN" altLang="en-US" sz="96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8320FA1-CD4D-4B88-A01D-53FF26DA95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21420000">
            <a:off x="1174382" y="3787434"/>
            <a:ext cx="9843235" cy="1086484"/>
          </a:xfrm>
        </p:spPr>
        <p:txBody>
          <a:bodyPr/>
          <a:lstStyle/>
          <a:p>
            <a:r>
              <a:rPr lang="en-US" altLang="zh-CN" dirty="0"/>
              <a:t>By</a:t>
            </a:r>
            <a:r>
              <a:rPr lang="zh-CN" altLang="en-US" dirty="0"/>
              <a:t>小李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6278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7C80BF-7C69-4C49-9F27-46FF9B9E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26" y="331450"/>
            <a:ext cx="10396882" cy="1151965"/>
          </a:xfrm>
        </p:spPr>
        <p:txBody>
          <a:bodyPr/>
          <a:lstStyle/>
          <a:p>
            <a:r>
              <a:rPr lang="zh-CN" altLang="en-US" dirty="0"/>
              <a:t>感谢名单：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861F93-A44B-46AA-A6C8-49B1096FF8E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3626" y="1483416"/>
            <a:ext cx="10396881" cy="3891170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引擎帮助：</a:t>
            </a:r>
            <a:r>
              <a:rPr lang="en-US" altLang="zh-CN" cap="none" dirty="0">
                <a:latin typeface="+mn-ea"/>
              </a:rPr>
              <a:t>star</a:t>
            </a:r>
            <a:r>
              <a:rPr lang="zh-CN" altLang="en-US" dirty="0">
                <a:latin typeface="+mn-ea"/>
              </a:rPr>
              <a:t>；</a:t>
            </a:r>
            <a:r>
              <a:rPr lang="zh-CN" altLang="en-US" dirty="0"/>
              <a:t>三岁小昏昏；普罗；兰姐；</a:t>
            </a:r>
            <a:r>
              <a:rPr lang="en-US" altLang="zh-CN" dirty="0">
                <a:latin typeface="+mn-ea"/>
              </a:rPr>
              <a:t>t</a:t>
            </a:r>
            <a:r>
              <a:rPr lang="zh-CN" altLang="en-US" dirty="0"/>
              <a:t>神；狂风；友人</a:t>
            </a:r>
            <a:r>
              <a:rPr lang="en-US" altLang="zh-CN" dirty="0">
                <a:latin typeface="+mn-ea"/>
              </a:rPr>
              <a:t>A</a:t>
            </a:r>
            <a:r>
              <a:rPr lang="ka-GE" altLang="zh-CN" dirty="0"/>
              <a:t> ღ </a:t>
            </a:r>
            <a:r>
              <a:rPr lang="zh-CN" altLang="en-US" dirty="0"/>
              <a:t>；</a:t>
            </a:r>
            <a:r>
              <a:rPr lang="en-US" altLang="zh-CN" dirty="0">
                <a:latin typeface="+mn-ea"/>
              </a:rPr>
              <a:t>KAIY</a:t>
            </a:r>
            <a:r>
              <a:rPr lang="zh-CN" altLang="en-US" dirty="0">
                <a:latin typeface="+mn-ea"/>
              </a:rPr>
              <a:t>；</a:t>
            </a:r>
            <a:r>
              <a:rPr lang="zh-CN" altLang="en-US" dirty="0"/>
              <a:t>孤独</a:t>
            </a:r>
            <a:r>
              <a:rPr lang="zh-CN" altLang="en-US" dirty="0">
                <a:latin typeface="RomanT" panose="00000400000000000000" pitchFamily="2" charset="0"/>
                <a:cs typeface="RomanT" panose="00000400000000000000" pitchFamily="2" charset="0"/>
              </a:rPr>
              <a:t>’</a:t>
            </a:r>
            <a:r>
              <a:rPr lang="en-US" altLang="zh-CN" cap="none" dirty="0" err="1">
                <a:latin typeface="+mn-ea"/>
              </a:rPr>
              <a:t>pomrise</a:t>
            </a:r>
            <a:r>
              <a:rPr lang="en-US" altLang="zh-CN" dirty="0"/>
              <a:t>〓</a:t>
            </a:r>
            <a:r>
              <a:rPr lang="zh-CN" altLang="en-US" dirty="0"/>
              <a:t>；</a:t>
            </a:r>
            <a:r>
              <a:rPr lang="en-US" altLang="zh-CN" cap="none" dirty="0">
                <a:latin typeface="+mn-ea"/>
              </a:rPr>
              <a:t> </a:t>
            </a:r>
            <a:r>
              <a:rPr lang="en-US" altLang="zh-CN" cap="none" dirty="0" err="1">
                <a:latin typeface="+mn-ea"/>
              </a:rPr>
              <a:t>zanymosq</a:t>
            </a:r>
            <a:r>
              <a:rPr lang="zh-CN" altLang="en-US" cap="none" dirty="0">
                <a:latin typeface="+mn-ea"/>
              </a:rPr>
              <a:t>；</a:t>
            </a:r>
            <a:r>
              <a:rPr lang="zh-CN" altLang="en-US" dirty="0"/>
              <a:t>洛洛。</a:t>
            </a:r>
            <a:endParaRPr lang="en-US" altLang="zh-CN" dirty="0"/>
          </a:p>
          <a:p>
            <a:r>
              <a:rPr lang="zh-CN" altLang="en-US" dirty="0">
                <a:highlight>
                  <a:srgbClr val="FF00FF"/>
                </a:highlight>
              </a:rPr>
              <a:t>形象帮助：</a:t>
            </a:r>
            <a:r>
              <a:rPr lang="zh-CN" altLang="en-US" dirty="0"/>
              <a:t>姜王；友人</a:t>
            </a:r>
            <a:r>
              <a:rPr lang="en-US" altLang="zh-CN" dirty="0">
                <a:latin typeface="+mn-ea"/>
              </a:rPr>
              <a:t>A</a:t>
            </a:r>
            <a:r>
              <a:rPr lang="ka-GE" altLang="zh-CN" dirty="0"/>
              <a:t> ღ </a:t>
            </a:r>
            <a:r>
              <a:rPr lang="zh-CN" altLang="en-US" dirty="0">
                <a:latin typeface="+mn-ea"/>
              </a:rPr>
              <a:t>；</a:t>
            </a:r>
            <a:r>
              <a:rPr lang="zh-CN" altLang="en-US" dirty="0"/>
              <a:t>城旧；语言不是武器；风雨夜，不归；冰糖葫芦；</a:t>
            </a:r>
            <a:r>
              <a:rPr lang="en-US" altLang="zh-CN" dirty="0"/>
              <a:t> </a:t>
            </a:r>
            <a:r>
              <a:rPr lang="en-US" altLang="zh-CN" cap="none" dirty="0" err="1">
                <a:latin typeface="+mn-ea"/>
              </a:rPr>
              <a:t>zanymosq</a:t>
            </a:r>
            <a:r>
              <a:rPr lang="zh-CN" altLang="en-US" cap="none" dirty="0">
                <a:latin typeface="+mn-ea"/>
              </a:rPr>
              <a:t>；</a:t>
            </a:r>
            <a:r>
              <a:rPr lang="zh-CN" altLang="en-US" dirty="0"/>
              <a:t>微风；北冥灵雪；孤独</a:t>
            </a:r>
            <a:r>
              <a:rPr lang="en-US" altLang="zh-CN" dirty="0">
                <a:latin typeface="RomanT" panose="00000400000000000000" pitchFamily="2" charset="0"/>
                <a:cs typeface="RomanT" panose="00000400000000000000" pitchFamily="2" charset="0"/>
              </a:rPr>
              <a:t>’</a:t>
            </a:r>
            <a:r>
              <a:rPr lang="en-US" altLang="zh-CN" cap="none" dirty="0" err="1">
                <a:latin typeface="+mn-ea"/>
              </a:rPr>
              <a:t>pomrise</a:t>
            </a:r>
            <a:r>
              <a:rPr lang="en-US" altLang="zh-CN" dirty="0">
                <a:latin typeface="+mn-ea"/>
              </a:rPr>
              <a:t>〓</a:t>
            </a:r>
            <a:r>
              <a:rPr lang="zh-CN" altLang="en-US" dirty="0">
                <a:latin typeface="+mn-ea"/>
              </a:rPr>
              <a:t>；蟑螂恶霸；</a:t>
            </a:r>
            <a:r>
              <a:rPr lang="zh-CN" altLang="en-US" dirty="0"/>
              <a:t>悲具皇；相识是缘以及各位形象公开的</a:t>
            </a:r>
            <a:r>
              <a:rPr lang="en-US" altLang="zh-CN" cap="none" dirty="0">
                <a:latin typeface="+mn-ea"/>
              </a:rPr>
              <a:t>mod</a:t>
            </a:r>
            <a:r>
              <a:rPr lang="zh-CN" altLang="en-US" dirty="0"/>
              <a:t>作者及画师们的间接帮助。</a:t>
            </a:r>
            <a:endParaRPr lang="en-US" altLang="zh-CN" dirty="0"/>
          </a:p>
          <a:p>
            <a:r>
              <a:rPr lang="zh-CN" altLang="en-US" dirty="0">
                <a:highlight>
                  <a:srgbClr val="00FFFF"/>
                </a:highlight>
              </a:rPr>
              <a:t>剧本帮助：</a:t>
            </a:r>
            <a:r>
              <a:rPr lang="zh-CN" altLang="en-US" dirty="0">
                <a:latin typeface="+mn-ea"/>
              </a:rPr>
              <a:t>十六夜小云；</a:t>
            </a:r>
            <a:r>
              <a:rPr lang="en-US" altLang="zh-CN" cap="none" dirty="0" err="1">
                <a:latin typeface="+mn-ea"/>
              </a:rPr>
              <a:t>zanymosq</a:t>
            </a:r>
            <a:r>
              <a:rPr lang="zh-CN" altLang="en-US" cap="none" dirty="0">
                <a:latin typeface="+mn-ea"/>
              </a:rPr>
              <a:t>；</a:t>
            </a:r>
            <a:r>
              <a:rPr lang="zh-CN" altLang="en-US" dirty="0">
                <a:latin typeface="+mn-ea"/>
              </a:rPr>
              <a:t>帷幕贾文和；</a:t>
            </a:r>
            <a:r>
              <a:rPr lang="zh-CN" altLang="en-US" cap="none" dirty="0">
                <a:latin typeface="+mn-ea"/>
              </a:rPr>
              <a:t>布丁；语言不是武器；洛公子；风雨夜，不归；小圆；普罗；狂风；无心；丙戌年；大老鼠师父；</a:t>
            </a:r>
            <a:r>
              <a:rPr lang="zh-TW" altLang="en-US" cap="none" dirty="0">
                <a:latin typeface="+mn-ea"/>
              </a:rPr>
              <a:t>冬風倩氺毅涵</a:t>
            </a:r>
            <a:r>
              <a:rPr lang="zh-CN" altLang="en-US" cap="none" dirty="0">
                <a:latin typeface="+mn-ea"/>
              </a:rPr>
              <a:t>；逆；</a:t>
            </a:r>
            <a:r>
              <a:rPr lang="en-US" altLang="zh-CN" cap="none" dirty="0">
                <a:latin typeface="+mn-ea"/>
              </a:rPr>
              <a:t>KAIY</a:t>
            </a:r>
            <a:r>
              <a:rPr lang="zh-CN" altLang="en-US" cap="none" dirty="0">
                <a:latin typeface="+mn-ea"/>
              </a:rPr>
              <a:t>；江洋；蟑螂恶霸；月光摩挲连绵；流浪铸剑师</a:t>
            </a:r>
            <a:r>
              <a:rPr lang="en-US" altLang="zh-CN" cap="none" dirty="0">
                <a:latin typeface="+mn-ea"/>
              </a:rPr>
              <a:t>MX</a:t>
            </a:r>
            <a:r>
              <a:rPr lang="zh-CN" altLang="en-US" cap="none" dirty="0">
                <a:latin typeface="+mn-ea"/>
              </a:rPr>
              <a:t>；洛洛。</a:t>
            </a:r>
            <a:endParaRPr lang="en-US" altLang="zh-CN" cap="none" dirty="0">
              <a:latin typeface="+mn-ea"/>
            </a:endParaRPr>
          </a:p>
          <a:p>
            <a:r>
              <a:rPr lang="zh-CN" altLang="en-US" dirty="0">
                <a:highlight>
                  <a:srgbClr val="FF0000"/>
                </a:highlight>
              </a:rPr>
              <a:t>测试帮助：</a:t>
            </a:r>
            <a:r>
              <a:rPr lang="zh-CN" altLang="en-US" dirty="0"/>
              <a:t>文平羌；星月夜；</a:t>
            </a:r>
            <a:r>
              <a:rPr lang="en-US" altLang="zh-CN" cap="none" dirty="0" err="1">
                <a:latin typeface="+mn-ea"/>
              </a:rPr>
              <a:t>holf</a:t>
            </a:r>
            <a:r>
              <a:rPr lang="zh-CN" altLang="en-US" dirty="0"/>
              <a:t>红狼；摆烂壬项飞哥；懒胖叔；爱我中华；脑洞哥；孤旅；</a:t>
            </a:r>
            <a:r>
              <a:rPr lang="en-US" altLang="zh-CN" dirty="0">
                <a:latin typeface="+mn-ea"/>
              </a:rPr>
              <a:t>D</a:t>
            </a:r>
            <a:r>
              <a:rPr lang="zh-CN" altLang="en-US" dirty="0"/>
              <a:t>神；灵跃；布丁；</a:t>
            </a:r>
            <a:r>
              <a:rPr lang="zh-CN" altLang="en-US" dirty="0">
                <a:latin typeface="+mn-ea"/>
              </a:rPr>
              <a:t>最爱</a:t>
            </a:r>
            <a:r>
              <a:rPr lang="zh-CN" altLang="en-US" dirty="0"/>
              <a:t>汉堡；长着翅膀的🐖；漫天飘雪；离别；良士龛；等其他忘记名字的热心玩家。（欢迎联系我补充名单）</a:t>
            </a:r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1387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7C80BF-7C69-4C49-9F27-46FF9B9E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26" y="331450"/>
            <a:ext cx="10396882" cy="1151965"/>
          </a:xfrm>
        </p:spPr>
        <p:txBody>
          <a:bodyPr/>
          <a:lstStyle/>
          <a:p>
            <a:r>
              <a:rPr lang="zh-CN" altLang="en-US" dirty="0"/>
              <a:t>感谢名单：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861F93-A44B-46AA-A6C8-49B1096FF8E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3626" y="1483416"/>
            <a:ext cx="10396881" cy="3891170"/>
          </a:xfrm>
        </p:spPr>
        <p:txBody>
          <a:bodyPr>
            <a:normAutofit/>
          </a:bodyPr>
          <a:lstStyle/>
          <a:p>
            <a:r>
              <a:rPr lang="zh-CN" altLang="en-US" dirty="0">
                <a:highlight>
                  <a:srgbClr val="00FF00"/>
                </a:highlight>
              </a:rPr>
              <a:t>陪伴支持：</a:t>
            </a:r>
            <a:r>
              <a:rPr lang="en-US" altLang="zh-CN" cap="none" dirty="0" err="1">
                <a:latin typeface="+mn-ea"/>
              </a:rPr>
              <a:t>zanymosq</a:t>
            </a:r>
            <a:r>
              <a:rPr lang="zh-CN" altLang="en-US" cap="none" dirty="0">
                <a:latin typeface="+mn-ea"/>
              </a:rPr>
              <a:t>；摆烂壬项飞哥；</a:t>
            </a:r>
            <a:r>
              <a:rPr lang="en-US" altLang="zh-CN" cap="none" dirty="0">
                <a:latin typeface="+mn-ea"/>
              </a:rPr>
              <a:t>KAIY</a:t>
            </a:r>
            <a:r>
              <a:rPr lang="zh-CN" altLang="en-US" cap="none" dirty="0">
                <a:latin typeface="+mn-ea"/>
              </a:rPr>
              <a:t>；语言不是武器；</a:t>
            </a:r>
            <a:r>
              <a:rPr lang="en-US" altLang="zh-CN" cap="none" dirty="0">
                <a:latin typeface="+mn-ea"/>
              </a:rPr>
              <a:t>D</a:t>
            </a:r>
            <a:r>
              <a:rPr lang="zh-CN" altLang="en-US" cap="none" dirty="0">
                <a:latin typeface="+mn-ea"/>
              </a:rPr>
              <a:t>神；</a:t>
            </a:r>
            <a:r>
              <a:rPr lang="en-US" altLang="zh-CN" cap="none" dirty="0" err="1">
                <a:latin typeface="+mn-ea"/>
              </a:rPr>
              <a:t>holf</a:t>
            </a:r>
            <a:r>
              <a:rPr lang="zh-CN" altLang="en-US" cap="none" dirty="0">
                <a:latin typeface="+mn-ea"/>
              </a:rPr>
              <a:t>红狼；布丁；</a:t>
            </a:r>
            <a:r>
              <a:rPr lang="zh-CN" altLang="en-US" dirty="0"/>
              <a:t>文平羌；战神；三岁小昏昏；东孚；普罗；兰姐；狂风；孤旅；灵跃；</a:t>
            </a:r>
            <a:r>
              <a:rPr lang="zh-CN" altLang="en-US" cap="none" dirty="0">
                <a:latin typeface="+mn-ea"/>
              </a:rPr>
              <a:t>风雨夜，不归；无心；蟑螂恶霸；逆；懒胖叔；爱我中华；脑洞哥；最爱汉堡；小亮；嘴宝；虫宝；臭臭泥；大老鼠师父；</a:t>
            </a:r>
            <a:r>
              <a:rPr lang="en-US" altLang="zh-CN" cap="none" dirty="0">
                <a:latin typeface="+mn-ea"/>
              </a:rPr>
              <a:t>2</a:t>
            </a:r>
            <a:r>
              <a:rPr lang="zh-CN" altLang="en-US" cap="none" dirty="0">
                <a:latin typeface="+mn-ea"/>
              </a:rPr>
              <a:t>师傅；十六夜小云；丙戌年；無言</a:t>
            </a:r>
            <a:r>
              <a:rPr lang="en-US" altLang="zh-CN" cap="none" dirty="0">
                <a:latin typeface="+mn-ea"/>
              </a:rPr>
              <a:t>-</a:t>
            </a:r>
            <a:r>
              <a:rPr lang="zh-CN" altLang="en-US" cap="none" dirty="0">
                <a:latin typeface="+mn-ea"/>
              </a:rPr>
              <a:t>天旋；月光摩挲连绵；</a:t>
            </a:r>
            <a:r>
              <a:rPr lang="zh-CN" altLang="en-US" dirty="0"/>
              <a:t>星月夜；白毛上将；悲具皇；不摇碧莲；长着翅膀的🐖；漫天飘雪；离别；良士龛；车宝；北冥灵雪；孤独’</a:t>
            </a:r>
            <a:r>
              <a:rPr lang="en-US" altLang="zh-CN" cap="none" dirty="0" err="1">
                <a:latin typeface="+mn-ea"/>
              </a:rPr>
              <a:t>pomrise</a:t>
            </a:r>
            <a:r>
              <a:rPr lang="en-US" altLang="zh-CN" dirty="0"/>
              <a:t>〓</a:t>
            </a:r>
            <a:r>
              <a:rPr lang="zh-CN" altLang="en-US" dirty="0"/>
              <a:t>；从前有座；幻空；西元；友人</a:t>
            </a:r>
            <a:r>
              <a:rPr lang="en-US" altLang="zh-CN" dirty="0">
                <a:latin typeface="+mn-ea"/>
              </a:rPr>
              <a:t>A </a:t>
            </a:r>
            <a:r>
              <a:rPr lang="ka-GE" altLang="zh-CN" dirty="0"/>
              <a:t>ღ</a:t>
            </a:r>
            <a:r>
              <a:rPr lang="zh-CN" altLang="en-US" dirty="0"/>
              <a:t>；冰糖葫芦；小穹；</a:t>
            </a:r>
            <a:r>
              <a:rPr lang="zh-TW" altLang="en-US" dirty="0"/>
              <a:t>冬風倩氺毅涵</a:t>
            </a:r>
            <a:r>
              <a:rPr lang="zh-CN" altLang="en-US" dirty="0">
                <a:latin typeface="+mn-ea"/>
              </a:rPr>
              <a:t>；</a:t>
            </a:r>
            <a:r>
              <a:rPr lang="zh-CN" altLang="en-US" dirty="0"/>
              <a:t>帷幕贾文和；相识是缘等其他热心玩过和不怎么玩的玩家。（欢迎联系我补充名单）</a:t>
            </a:r>
            <a:endParaRPr lang="en-US" altLang="zh-CN" dirty="0"/>
          </a:p>
          <a:p>
            <a:r>
              <a:rPr lang="zh-CN" altLang="en-US" dirty="0"/>
              <a:t>其他素材帮助：</a:t>
            </a:r>
            <a:r>
              <a:rPr lang="en-US" altLang="zh-CN" cap="none" dirty="0" err="1">
                <a:latin typeface="+mn-ea"/>
              </a:rPr>
              <a:t>zanymosq</a:t>
            </a:r>
            <a:r>
              <a:rPr lang="zh-CN" altLang="en-US" cap="none" dirty="0">
                <a:latin typeface="+mn-ea"/>
              </a:rPr>
              <a:t>；蟑螂恶霸；兰姐；冰糖葫芦；丙戌年；</a:t>
            </a:r>
            <a:r>
              <a:rPr lang="en-US" altLang="zh-CN" cap="none" dirty="0">
                <a:latin typeface="+mn-ea"/>
              </a:rPr>
              <a:t>KAIY</a:t>
            </a:r>
            <a:r>
              <a:rPr lang="zh-CN" altLang="en-US" cap="none" dirty="0">
                <a:latin typeface="+mn-ea"/>
              </a:rPr>
              <a:t>；神佬；</a:t>
            </a:r>
            <a:r>
              <a:rPr lang="zh-CN" altLang="en-US" dirty="0"/>
              <a:t>孤独’</a:t>
            </a:r>
            <a:r>
              <a:rPr lang="en-US" altLang="zh-CN" cap="none" dirty="0" err="1">
                <a:latin typeface="+mn-ea"/>
              </a:rPr>
              <a:t>pomrise</a:t>
            </a:r>
            <a:r>
              <a:rPr lang="en-US" altLang="zh-CN" dirty="0"/>
              <a:t>〓</a:t>
            </a:r>
            <a:r>
              <a:rPr lang="zh-CN" altLang="en-US" dirty="0"/>
              <a:t>；</a:t>
            </a:r>
            <a:r>
              <a:rPr lang="zh-CN" altLang="en-US" cap="none" dirty="0">
                <a:latin typeface="+mn-ea"/>
              </a:rPr>
              <a:t>洛洛；以及所有公开过头像、地图、音乐、场景图、策略图等</a:t>
            </a:r>
            <a:r>
              <a:rPr lang="en-US" altLang="zh-CN" cap="none" dirty="0">
                <a:latin typeface="+mn-ea"/>
              </a:rPr>
              <a:t>mod</a:t>
            </a:r>
            <a:r>
              <a:rPr lang="zh-CN" altLang="en-US" cap="none" dirty="0">
                <a:latin typeface="+mn-ea"/>
              </a:rPr>
              <a:t>制作素材的作者及画师们。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051527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主要事件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TM04033927[[fn=主要事件]]</Template>
  <TotalTime>98</TotalTime>
  <Words>528</Words>
  <Application>Microsoft Office PowerPoint</Application>
  <PresentationFormat>宽屏</PresentationFormat>
  <Paragraphs>10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新細明體</vt:lpstr>
      <vt:lpstr>宋体</vt:lpstr>
      <vt:lpstr>Arial</vt:lpstr>
      <vt:lpstr>Impact</vt:lpstr>
      <vt:lpstr>RomanT</vt:lpstr>
      <vt:lpstr>Sylfaen</vt:lpstr>
      <vt:lpstr>主要事件</vt:lpstr>
      <vt:lpstr>幻想魏延传6.5</vt:lpstr>
      <vt:lpstr>感谢名单：</vt:lpstr>
      <vt:lpstr>感谢名单：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壮 李</dc:creator>
  <cp:lastModifiedBy>壮 李</cp:lastModifiedBy>
  <cp:revision>16</cp:revision>
  <dcterms:created xsi:type="dcterms:W3CDTF">2024-12-16T15:57:06Z</dcterms:created>
  <dcterms:modified xsi:type="dcterms:W3CDTF">2024-12-17T00:09:31Z</dcterms:modified>
</cp:coreProperties>
</file>